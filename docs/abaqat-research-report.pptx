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B44A"/>
                </a:solidFill>
                <a:latin typeface="Calibri"/>
              </a:defRPr>
            </a:pPr>
            <a:r>
              <a:t>Abaqat al-Anwar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عبقات الانوار في امامة الائمة الاطهار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Digital Research &amp; Data Model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Research Report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B44A"/>
                </a:solidFill>
                <a:latin typeface="Calibri"/>
              </a:defRPr>
            </a:pPr>
            <a:r>
              <a:t>What is Abaqat al-Anwar?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23-volume systematic refutation (ردّ) by Mir Hamid Husain (d. 1306 AH / 1888 CE)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Responds to Chapter 7 (باب الإمامة) of Tuhfat al-Ithna Ashariyya by Shah Abdul Aziz Dehlavi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NOT a hadith collection — it is a scholarly polemic (مناظره)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Defends key Shia hadiths: Ghadir, Thaqalayn, Manzilah, Safinah, Tayr, and 7 others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Each volume takes ONE hadith and proves it through Sunni sources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Cites 197+ unique Sunni books per volume, with full isnads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Written in Farsi with embedded Arabic source 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Structure</a:t>
            </a:r>
            <a:br/>
            <a:br/>
            <a:r>
              <a:t>المنهج الأول — Quranic proofs (unpublished)</a:t>
            </a:r>
            <a:br/>
            <a:br/>
            <a:r>
              <a:t>المنهج الثاني — Hadith proofs (23 volumes):</a:t>
            </a:r>
            <a:br/>
            <a:r>
              <a:t>  Vols 1-10:  Hadith al-Ghadir</a:t>
            </a:r>
            <a:br/>
            <a:r>
              <a:t>  Vol 11:       Hadith al-Manzilah</a:t>
            </a:r>
            <a:br/>
            <a:r>
              <a:t>  Vol 12:       Hadith al-Wilayah</a:t>
            </a:r>
            <a:br/>
            <a:r>
              <a:t>  Vol 13:       Hadith al-Tayr</a:t>
            </a:r>
            <a:br/>
            <a:r>
              <a:t>  Vols 14-15: Madinat al-Ilm</a:t>
            </a:r>
            <a:br/>
            <a:r>
              <a:t>  Vol 16:       Hadith al-Tashbih</a:t>
            </a:r>
            <a:br/>
            <a:r>
              <a:t>  Vol 17:       Hadith al-Nur</a:t>
            </a:r>
            <a:br/>
            <a:r>
              <a:t>  Vols 18-22: Hadith al-Thaqalayn</a:t>
            </a:r>
            <a:br/>
            <a:r>
              <a:t>  Vol 23:       Hadith al-Safinah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Dehlavi vs Mir Hamid Husain — Methodology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Based on analysis of Volume 23 (Hadith al-Safinah)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36576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Shah Abdul Aziz Dehlavi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Mir Hamid Husain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Source books named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197 unique Sunni books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Bare hadith quotes (no source)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Isnads provided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Yes — all 40 narrator citations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Named hadith collections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Yes — per tradition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Citation density per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High (40 narrators, 54 scholars)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Grading claims verified correct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 of 4 (50%)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N/A (relies on named sources)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Grading claims overstated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Addresses strongest counter-argument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Yes — by section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Time span of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204-427 AH (223 years)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Overall scholarly grade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Dehlavi's Argumentation Strategy (Vol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ACCEPTS the authenticity of Hadith al-Thaqalayn and Hadith al-Safinah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Strategy: meaning minimization — reinterprets rather than denies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Argument 1: Salvific importance ≠ political Imamate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Argument 2: Counter-hadith on Rashidun Caliphs' Sunnah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Argument 3: Reductio — if Safinah proves Imamate, all relatives would be Imams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Argument 4: Internal Shia contradiction (Shura hadith limits Ahl al-Bayt)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Argument 5: 'Following' ≠ 'political leadership'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Critical weakness: 0 source books named, 50% of grading claims unverifiable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Mir Hamid Husain's Response</a:t>
            </a:r>
            <a:br/>
            <a:br/>
            <a:r>
              <a:t>• Stacks 40 Sunni narrators to prove tawatur</a:t>
            </a:r>
            <a:br/>
            <a:r>
              <a:t>  (mass-transmission) — making denial impossible</a:t>
            </a:r>
            <a:br/>
            <a:br/>
            <a:r>
              <a:t>• 11 دلالت proofs (وجوه) showing the hadith</a:t>
            </a:r>
            <a:br/>
            <a:r>
              <a:t>  necessarily implies Imamate</a:t>
            </a:r>
            <a:br/>
            <a:br/>
            <a:r>
              <a:t>• 5 biographical dossiers from rijal books</a:t>
            </a:r>
            <a:br/>
            <a:r>
              <a:t>  evaluating contested narrators</a:t>
            </a:r>
            <a:br/>
            <a:br/>
            <a:r>
              <a:t>• 10 تنبيهات (authorial notices) correcting</a:t>
            </a:r>
            <a:br/>
            <a:r>
              <a:t>  common misconceptions</a:t>
            </a:r>
            <a:br/>
            <a:br/>
            <a:r>
              <a:t>• Traces Dehlavi's arguments back to</a:t>
            </a:r>
            <a:br/>
            <a:r>
              <a:t>  Ibn Taymiyyah — shows copying, not originality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Data Model — 5 Schemas for 30+ Book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515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8288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covers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Books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insight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A: ScholarEntry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All person-centric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24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One scholar, one ID — book_type field drives which fields are populated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B: HadithEntry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All hadith collections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9+ collections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Isnad chain links reference scholar_id for narrator lookup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C: ReferenceEntry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Bibliography + Genealogical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C1 indexes books, C2 indexes nisbas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D: Polemical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Abaqat + Tuhfat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 books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13 entity types in abaqat-data-model-v2.md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E: Commentary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Sharh/Hashiyah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6+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Scholarly opinions on hadiths — cited in 15/23 volumes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C4C4"/>
                </a:solidFill>
                <a:latin typeface="Calibri"/>
              </a:defRPr>
            </a:pPr>
            <a:r>
              <a:t>JarhGrade System — Standard 6+6 from al-Suyuti's Tadrib al-Rawi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754880"/>
          <a:ext cx="9144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0040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Ta'dil (positive)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Jarh (negative)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أوثق الناس (superlative)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ليّن الحديث (mild)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ثقة ثبت (reinforced)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tadil_2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ضعيف (weak)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jarh_2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ثقة (single attribute)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ضعيف جداً (very weak)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صدوق (truthful)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متروك (abandoned)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صالح الحديث (acceptable)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كذّاب (liar)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مقبول (borderline)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tadil_6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أكذب الناس (worst)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jarh_6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Digital Library — 11 Tier 1 Rijal 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C4C4"/>
                </a:solidFill>
                <a:latin typeface="Calibri"/>
              </a:defRPr>
            </a:pPr>
            <a:r>
              <a:t>28,690 pages | 111 PDFs | 1.16 GB — All readable, searchable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91440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286000"/>
                <a:gridCol w="137160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Book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Pages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Tahdhib al-Tahdhib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Ibn Hajar (d. 852)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5,764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Ja'far al-Sadiq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Wafayat al-A'yan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Ibn Khallikan (d. 681)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4,087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al-Mubarrad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Mizan al-I'tidal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al-Dhahabi (d. 748)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2,809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Musa al-Kazim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Tadhkirat al-Huffaz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al-Dhahabi (d. 748)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1,760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al-Tabari/Ghadir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Mir'at al-Janan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al-Yafi'i (d. 768)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1,429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Shaykh al-Mufid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Al-'Ibar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al-Dhahabi (d. 748)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1,775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Shaykh al-Mufid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Tabaqat al-Huffaz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al-Suyuti (d. 911)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✓ Ibn Manda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Siyar A'lam al-Nubala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al-Dhahabi (d. 748)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4,683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Downloaded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Tabaqat al-Shafi'iyya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al-Subki (d. 771)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5,776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Downloaded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Tarikh Baghdad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al-Khatib (d. 463)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~9,000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Downloaded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Tahdhib al-Kamal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al-Mizzi (d. 742)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~8,000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Downloaded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DE87E"/>
                </a:solidFill>
                <a:latin typeface="Calibri"/>
              </a:defRPr>
            </a:pPr>
            <a:r>
              <a:t>7 citations verified verbatim against source PDFs — 0 discrepancies found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Volume 23 Deep Analysis — Hadith al-Safinah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OCR text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17,690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Structural sections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Narrator citations (tawatur)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Dalalah proofs (وجوه)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Biographical dossiers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Tanbih notices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Total citations extracted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Unique books cited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Unique scholars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C4C4"/>
                </a:solidFill>
                <a:latin typeface="Calibri"/>
              </a:defRPr>
            </a:pPr>
            <a:r>
              <a:t>Citation Context Distribution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920240"/>
          <a:ext cx="4114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4AC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HADITH_SOURCE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PRIMARY_REBUTTAL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AUTHOR_TAWTHIQ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AUTHOR_TAJRIH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REBUTTAL_LINEAGE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CROSS_REF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Other (5 types)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Key finding: HADITH_SOURCE (42%) dominates —</a:t>
            </a:r>
            <a:br/>
            <a:r>
              <a:t>Vol 23 focuses on proving the hadith's existence</a:t>
            </a:r>
            <a:br/>
            <a:r>
              <a:t>in Sunni texts, not evaluating narrators.</a:t>
            </a:r>
            <a:br/>
            <a:br/>
            <a:r>
              <a:t>This is the Sanad-First pattern (Pattern A):</a:t>
            </a:r>
            <a:br/>
            <a:r>
              <a:t>Tawatur Defense → Dalalah → Dehlavi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B44A"/>
                </a:solidFill>
                <a:latin typeface="Calibri"/>
              </a:defRPr>
            </a:pPr>
            <a:r>
              <a:t>Cross-Reference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Hawramani.com narrator index downloaded locally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100,915 narrator entries from 66 source books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24.5 MB — one-time download, never hit API again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Enables instant name → source book lookup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WordPress REST API: /wp-json/wp/v2/posts/{id}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C4C4"/>
                </a:solidFill>
                <a:latin typeface="Calibri"/>
              </a:defRPr>
            </a:pPr>
            <a:r>
              <a:t>Scholar ID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Primary: tahdhib-{vol}-{entry} for Tahdhib narrators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Fallback: {death_ah}-{name} for non-Tahdhib scholars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External: hawramani_id as cross-reference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Resolution: death_ah + name fragments → match → flag ambiguous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C4C4"/>
                </a:solidFill>
                <a:latin typeface="Calibri"/>
              </a:defRPr>
            </a:pPr>
            <a:r>
              <a:t>Top 5 Hawramani Source Books by Entry 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20640"/>
          <a:ext cx="9601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18288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Book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Entries</a:t>
                      </a:r>
                    </a:p>
                  </a:txBody>
                  <a:tcPr>
                    <a:solidFill>
                      <a:srgbClr val="E8B4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al-Jarh wa al-Ta'dil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Ibn Abi Hatim (d. 938 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17,284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al-Thiqat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Ibn Hibban (d. 965 CE)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16,018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al-Tarikh al-Kabir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al-Bukhari (d. 870 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13,266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Tarikh Baghdad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al-Khatib al-Baghdadi (d. 1071 CE)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7,749</a:t>
                      </a:r>
                    </a:p>
                  </a:txBody>
                  <a:tcPr>
                    <a:solidFill>
                      <a:srgbClr val="F0F0E8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Usd al-Ghaba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Ibn al-Athir (d. 1233 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44"/>
                          </a:solidFill>
                          <a:latin typeface="Calibri"/>
                        </a:defRPr>
                      </a:pPr>
                      <a:r>
                        <a:t>7,491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B44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E87E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Complete Vol 23 book classification (389 books → 6 schema types)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Index Tahdhib al-Tahdhib → ScholarEntry JSON (~8,000 entries)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Index Mizan al-I'tidal → ScholarEntry JSON (~11,000 entries)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Build PDF-to-JSON pipeline using Gemini (not Claude — cost)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C4C4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Index all 11 Tier 1 books (28,690 pages → structured JSON)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Download and index 16 Tier 2 books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Extend Vol 23 analysis to all 23 volumes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Build cross-reference engine: scholar_id → all books → all hadiths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A"/>
                </a:solidFill>
                <a:latin typeface="Calibri"/>
              </a:defRPr>
            </a:pPr>
            <a:r>
              <a:t>Long Term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Complete digital index of Abaqat al-Anwar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Every citation verified against source book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Every narrator cross-referenced across 30+ books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Every hadith chain traceable from companion to compiler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Searchable: 'Show me all narrators Dehlavi attacks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and what Mir Hamid Husain says about each one'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 first comprehensive digital apparatus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for the most detailed work in Sunni-Shia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hadith scholarship ever written.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